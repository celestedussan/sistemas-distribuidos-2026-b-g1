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6060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vs KANBAN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68680" y="36118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marcos ágiles para organizar el trabajo en equipo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visual y resumida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"Ágil"?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y Kanban son dos formas concretas de aplicar la filosofía ágil: entregar valor de forma continua, adaptándose al cambio.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83080" y="251460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248" y="2770632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611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Iterativo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41148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trabajo se entrega en partes pequeñas y frecuentes, no todo al final.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51960" y="214884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0" y="251460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sy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2770632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34840" y="3611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Adaptable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526280" y="41148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planes se ajustan según la retroalimentación y los cambios del negocio.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955280" y="214884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89720" y="251460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handsh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888" y="2770632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38160" y="3611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Colaborativo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229600" y="41148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y cliente trabajan juntos durante todo el proceso.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9C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3 roles del equipo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945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userT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38658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Owner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QUÉ se construye. Prioriza el backlog según el valor para el negocio.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51960" y="187452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21945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238658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Master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572000" y="374904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el proceso, elimina obstáculos y protege al equipo de interrupciones.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955280" y="187452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75320" y="21945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2386584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7532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Equipo de Desarrollo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275320" y="374904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CÓMO se construye. Ejecuta el trabajo y entrega el incremento.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9C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ciclo del Sprint (1 a 4 semanas)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59052" y="1947672"/>
            <a:ext cx="402336" cy="402336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9052" y="1947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94460" y="24688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calendar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0764" y="2615184"/>
            <a:ext cx="438912" cy="4389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3383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Planning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85800" y="38862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elige y planifica el trabajo del sprint.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017520" y="338328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154680" y="214884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10812" y="1947672"/>
            <a:ext cx="402336" cy="402336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10812" y="1947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046220" y="24688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1" descr="su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2524" y="2615184"/>
            <a:ext cx="438912" cy="43891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291840" y="3383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Scrum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3337560" y="38862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diaria breve para sincronizar avances.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5669280" y="338328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5806440" y="214884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862572" y="1947672"/>
            <a:ext cx="402336" cy="402336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862572" y="1947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697980" y="24688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2" descr="clipboard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84" y="2615184"/>
            <a:ext cx="438912" cy="43891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943600" y="3383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Review</a:t>
            </a:r>
            <a:endParaRPr lang="en-US" sz="1450" dirty="0"/>
          </a:p>
        </p:txBody>
      </p:sp>
      <p:sp>
        <p:nvSpPr>
          <p:cNvPr id="27" name="Text 22"/>
          <p:cNvSpPr/>
          <p:nvPr/>
        </p:nvSpPr>
        <p:spPr>
          <a:xfrm>
            <a:off x="5989320" y="38862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presenta el incremento terminado a los interesados.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8321040" y="338328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4"/>
          <p:cNvSpPr/>
          <p:nvPr/>
        </p:nvSpPr>
        <p:spPr>
          <a:xfrm>
            <a:off x="8458200" y="214884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514332" y="1947672"/>
            <a:ext cx="402336" cy="402336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9514332" y="1947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Shape 27"/>
          <p:cNvSpPr/>
          <p:nvPr/>
        </p:nvSpPr>
        <p:spPr>
          <a:xfrm>
            <a:off x="9349740" y="24688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3" name="Image 3" descr="red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6044" y="2615184"/>
            <a:ext cx="438912" cy="43891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595360" y="3383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Retrospectiva</a:t>
            </a:r>
            <a:endParaRPr lang="en-US" sz="1450" dirty="0"/>
          </a:p>
        </p:txBody>
      </p:sp>
      <p:sp>
        <p:nvSpPr>
          <p:cNvPr id="35" name="Text 29"/>
          <p:cNvSpPr/>
          <p:nvPr/>
        </p:nvSpPr>
        <p:spPr>
          <a:xfrm>
            <a:off x="8641080" y="38862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reflexiona y mejora su forma de trabajar.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54864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 la Retrospectiva, comienza un nuevo Sprint — el ciclo se repite.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4F7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KANBAN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principios clave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9456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38658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2004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Visualizar el trabajo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39776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flujo se representa en un tablero con columnas y tarjetas visibles.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51960" y="187452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219456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b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238658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32004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Limitar el trabajo en curso (WIP)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72000" y="39776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columna tiene un máximo de tareas activas para evitar la sobrecarga.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955280" y="187452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75320" y="219456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chart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2386584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75320" y="32004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continuo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275320" y="39776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sprints fijos: las tareas entran y salen según la capacidad del equipo.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tablero Kanban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tareas avanzan de izquierda a derecha; el límite de WIP evita cuellos de botella.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14600" cy="41605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2514600" cy="54864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74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hacer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606040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F4F7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06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246120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F4F7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2461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3886200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F4F7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886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874520"/>
            <a:ext cx="2514600" cy="41605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874520"/>
            <a:ext cx="251460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874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progreso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2468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WIP: 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83280" y="2834640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F4F7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2834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83280" y="3474720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F4F7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34747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0" y="1874520"/>
            <a:ext cx="2514600" cy="41605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1874520"/>
            <a:ext cx="251460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080760" y="1874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Revisión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80760" y="2468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WIP: 2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80760" y="2834640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F4F7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834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F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641080" y="1874520"/>
            <a:ext cx="2514600" cy="41605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41080" y="1874520"/>
            <a:ext cx="2514600" cy="548640"/>
          </a:xfrm>
          <a:prstGeom prst="rect">
            <a:avLst/>
          </a:prstGeom>
          <a:solidFill>
            <a:srgbClr val="2FA084"/>
          </a:solidFill>
          <a:ln/>
        </p:spPr>
      </p:sp>
      <p:sp>
        <p:nvSpPr>
          <p:cNvPr id="29" name="Text 27"/>
          <p:cNvSpPr/>
          <p:nvPr/>
        </p:nvSpPr>
        <p:spPr>
          <a:xfrm>
            <a:off x="8778240" y="1874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Hecho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778240" y="2606040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F4F7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15400" y="2606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778240" y="3246120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F4F7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15400" y="32461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H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778240" y="3886200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F4F7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15400" y="3886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I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vs Kanban: comparación directa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4937760"/>
        </p:xfrm>
        <a:graphic>
          <a:graphicData uri="http://schemas.openxmlformats.org/drawingml/2006/table">
            <a:tbl>
              <a:tblPr/>
              <a:tblGrid>
                <a:gridCol w="2377440"/>
                <a:gridCol w="4343400"/>
                <a:gridCol w="4343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SCRUM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KANBAN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Iteraciones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Sprints fijos (1–4 semanas)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Flujo continuo, sin sprints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Definidos (PO, SM, Equipo)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exige roles nuevos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evitan durante el sprint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pueden hacer en cualquier momento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 clave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Velocity (por sprint)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time / Cycle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 para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Entregas planificadas por ciclos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Trabajo con prioridades cambiantes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114800"/>
            <a:ext cx="5029200" cy="50292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¿Cuál elegir?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5029200" cy="2377440"/>
          </a:xfrm>
          <a:prstGeom prst="roundRect">
            <a:avLst>
              <a:gd name="adj" fmla="val 4615"/>
            </a:avLst>
          </a:prstGeom>
          <a:solidFill>
            <a:srgbClr val="2B357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965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Elige Scrum si...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46888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necesitas planificación por ciclos, entregas predecibles y roles claros dentro del equipo.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029200" cy="2377440"/>
          </a:xfrm>
          <a:prstGeom prst="roundRect">
            <a:avLst>
              <a:gd name="adj" fmla="val 4615"/>
            </a:avLst>
          </a:prstGeom>
          <a:solidFill>
            <a:srgbClr val="2B3570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965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Elige Kanban si...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246888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trabajo llega de forma continua, las prioridades cambian seguido y buscas simplicidad.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434840"/>
            <a:ext cx="10515600" cy="1417320"/>
          </a:xfrm>
          <a:prstGeom prst="roundRect">
            <a:avLst>
              <a:gd name="adj" fmla="val 7742"/>
            </a:avLst>
          </a:prstGeom>
          <a:solidFill>
            <a:srgbClr val="1C7293"/>
          </a:solidFill>
          <a:ln/>
        </p:spPr>
      </p:sp>
      <p:pic>
        <p:nvPicPr>
          <p:cNvPr id="12" name="Image 0" descr="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4846320"/>
            <a:ext cx="594360" cy="5943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965960" y="46177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equipos combinan ambos enfoques: usan la estructura de Scrum y el flujo visual de Kanban. A este híbrido se le llama "Scrumban".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2026-08-17T02:18:36Z</dcterms:created>
  <dcterms:modified xsi:type="dcterms:W3CDTF">2026-08-17T02:18:36Z</dcterms:modified>
</cp:coreProperties>
</file>